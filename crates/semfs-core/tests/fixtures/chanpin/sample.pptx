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BD2"/>
                </a:solidFill>
              </a:rPr>
              <a:t>NovaStar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NovaLCT V5.8.1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CD6E0"/>
                </a:solidFill>
              </a:rPr>
              <a:t>新功能介绍演示 | New Feature 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343400"/>
            <a:ext cx="4114800" cy="36576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4572000"/>
            <a:ext cx="2926080" cy="594360"/>
          </a:xfrm>
          <a:prstGeom prst="roundRect">
            <a:avLst/>
          </a:prstGeom>
          <a:solidFill>
            <a:srgbClr val="00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6177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BD2"/>
                </a:solidFill>
              </a:rPr>
              <a:t>版本号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828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V5.8.1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4572000"/>
            <a:ext cx="2926080" cy="594360"/>
          </a:xfrm>
          <a:prstGeom prst="roundRect">
            <a:avLst/>
          </a:prstGeom>
          <a:solidFill>
            <a:srgbClr val="00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6177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BD2"/>
                </a:solidFill>
              </a:rPr>
              <a:t>发布日期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828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2025-03-25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4572000"/>
            <a:ext cx="2926080" cy="594360"/>
          </a:xfrm>
          <a:prstGeom prst="roundRect">
            <a:avLst/>
          </a:prstGeom>
          <a:solidFill>
            <a:srgbClr val="003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46177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BD2"/>
                </a:solidFill>
              </a:rPr>
              <a:t>文档来源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828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ReleaseNotes_v5.9_20250325.pdf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BD2"/>
                </a:solidFill>
              </a:rPr>
              <a:t>www.novastar.tech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版本概览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BD2"/>
                </a:solidFill>
              </a:rPr>
              <a:t>Version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27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版本号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D7D"/>
                </a:solidFill>
              </a:rPr>
              <a:t>V5.8.1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527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发布日期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D7D"/>
                </a:solidFill>
              </a:rPr>
              <a:t>2025-03-25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173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527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适用产品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D7D"/>
                </a:solidFill>
              </a:rPr>
              <a:t>NovaLCT 全系列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173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527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文档来源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45566"/>
                </a:solidFill>
              </a:rPr>
              <a:t>ReleaseNotes_v5.9
_20250325.pdf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34640"/>
            <a:ext cx="53035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5303520" cy="475488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077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在线升级 Online Upgrade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Step 1: 菜单栏选择 Help → Online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764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Step 2: 确认升级，等待下载并安装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239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适用场景: 网络连接畅通的环境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714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优势: 操作便捷，无需手动下载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188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系统自动匹配最新版本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834640"/>
            <a:ext cx="548640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486400" cy="475488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077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本地更新 Local 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29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Step 1: 访问 NovaStar 官网 Downloads 页面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7764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Step 2: 下载 NovaLCT V5.8.1 安装包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239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Step 3: 双击运行安装包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71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Step 4: 按提示完成安装并重启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适用场景: 内网环境或离线安装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663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下载地址: www.novastar.tech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数据来源: ReleaseNotes_v5.9_20250325.pdf | NovaStar NovaLCT V5.8.1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核心功能：自动亮度调节优化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BD2"/>
                </a:solidFill>
              </a:rPr>
              <a:t>Automatic Brightness Adjustment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577840" cy="13716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00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7D"/>
                </a:solidFill>
              </a:rPr>
              <a:t>功能背景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修复自动亮度偶尔失效的间歇性问题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增加亮度调节的详细日志记录，便于追踪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基于市场调研，移除自动亮度中的 gamma 和色温设置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26080"/>
            <a:ext cx="5577840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109728" cy="804672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2"/>
                </a:solidFill>
              </a:rPr>
              <a:t>优化要点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0040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D7D"/>
                </a:solidFill>
              </a:rPr>
              <a:t>环境光检测算法升级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2900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采用更精准的环境光传感器数据融合，减少误触发和漏检测。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22192"/>
            <a:ext cx="5577840" cy="804672"/>
          </a:xfrm>
          <a:prstGeom prst="roundRect">
            <a:avLst/>
          </a:prstGeom>
          <a:solidFill>
            <a:srgbClr val="E8F4F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22192"/>
            <a:ext cx="109728" cy="804672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8770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2"/>
                </a:solidFill>
              </a:rPr>
              <a:t>优化要点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09651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D7D"/>
                </a:solidFill>
              </a:rPr>
              <a:t>响应速度提升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32511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亮度调整延迟从平均 2s 降低至 0.5s，用户感知更平滑自然。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718304"/>
            <a:ext cx="5577840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718304"/>
            <a:ext cx="109728" cy="804672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773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2"/>
                </a:solidFill>
              </a:rPr>
              <a:t>优化要点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99262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D7D"/>
                </a:solidFill>
              </a:rPr>
              <a:t>日志记录增强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22122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每次亮度调节操作均记录时间戳、环境光值、目标亮度，便于问题排查。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614416"/>
            <a:ext cx="5577840" cy="804672"/>
          </a:xfrm>
          <a:prstGeom prst="roundRect">
            <a:avLst/>
          </a:prstGeom>
          <a:solidFill>
            <a:srgbClr val="E8F4F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614416"/>
            <a:ext cx="109728" cy="804672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669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2"/>
                </a:solidFill>
              </a:rPr>
              <a:t>优化要点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88873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D7D"/>
                </a:solidFill>
              </a:rPr>
              <a:t>gamma/色温设置移除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11733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自动亮度模式下不再支持独立 gamma 和色温调节，由算法统一处理，确保一致性。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371600"/>
            <a:ext cx="55778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1508760"/>
            <a:ext cx="24688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554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优化前 Before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0116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3300"/>
                </a:solidFill>
              </a:rPr>
              <a:t>✗ 自动亮度偶尔失效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3225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3300"/>
                </a:solidFill>
              </a:rPr>
              <a:t>✗ 无详细日志记录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6334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3300"/>
                </a:solidFill>
              </a:rPr>
              <a:t>✗ 支持 gamma + 色温独立设置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9443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3300"/>
                </a:solidFill>
              </a:rPr>
              <a:t>✗ 亮度响应较慢（约2s）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1508760"/>
            <a:ext cx="24688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1554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优化后 After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0116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0"/>
                </a:solidFill>
              </a:rPr>
              <a:t>✓ 自动亮度稳定可靠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3225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0"/>
                </a:solidFill>
              </a:rPr>
              <a:t>✓ 完整操作日志记录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26334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0"/>
                </a:solidFill>
              </a:rPr>
              <a:t>✓ 移除独立 gamma/色温设置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9443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0"/>
                </a:solidFill>
              </a:rPr>
              <a:t>✓ 响应速度提升至 0.5s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566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D7D"/>
                </a:solidFill>
              </a:rPr>
              <a:t>功能说明 Functional Description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913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访问路径: Screen Config → Receiving Card → Module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1970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新增驱动芯片、解码芯片、OE极性编辑功能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新增模块旋转功能（90°递增）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7640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支持从云端快速加载模块配置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0474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新增设备: SMP20 Pro、VC4S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440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45566"/>
                </a:solidFill>
              </a:rPr>
              <a:t>支持驱动IC: ICND2270_V2.0 / MBI5850B / CFD304 / LS9937D / XM11203G / MW1882 / DP3370S 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数据来源: ReleaseNotes_v5.9_20250325.pdf | NovaStar NovaLCT V5.8.1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升级操作指引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BD2"/>
                </a:solidFill>
              </a:rPr>
              <a:t>Upgrade Operation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475488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在线升级 3步完成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475488" cy="475488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3911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84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7D"/>
                </a:solidFill>
              </a:rPr>
              <a:t>打开 LCT 客户端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启动 NovaLCT V5.8.1，进入主界面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87752"/>
            <a:ext cx="475488" cy="475488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609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7D"/>
                </a:solidFill>
              </a:rPr>
              <a:t>检查更新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62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菜单栏 → Help → Online Update → 确认更新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09544"/>
            <a:ext cx="47548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8269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27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7D"/>
                </a:solidFill>
              </a:rPr>
              <a:t>等待完成重启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838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软件自动下载并安装，完成后重启验证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5577840" cy="475488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44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本地更新 4步完成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965960"/>
            <a:ext cx="475488" cy="475488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3911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9842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7D"/>
                </a:solidFill>
              </a:rPr>
              <a:t>下载安装包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2402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访问 www.novastar.tech → Downloads → 下载 V5.8.1 安装包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2587752"/>
            <a:ext cx="475488" cy="475488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6609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606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7D"/>
                </a:solidFill>
              </a:rPr>
              <a:t>停止运行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8620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关闭当前正在运行的 NovaLCT 客户端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209544"/>
            <a:ext cx="475488" cy="475488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28269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2278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7D"/>
                </a:solidFill>
              </a:rPr>
              <a:t>执行安装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48386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双击安装包，按向导提示完成安装过程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831336"/>
            <a:ext cx="47548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90448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96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7D"/>
                </a:solidFill>
              </a:rPr>
              <a:t>重启验证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1056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启动 NovaLCT，检查版本号确认为 V5.8.1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572000"/>
            <a:ext cx="5486400" cy="1783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4572000"/>
            <a:ext cx="54864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62686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注意事项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0109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升级前请备份当前配置文件（.rcfgx）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2852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确保关闭所有正在使用 NovaLCT 的程序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5595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在线升级需要稳定的网络连接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338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建议在非业务高峰期进行升级操作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572000"/>
            <a:ext cx="5577840" cy="178308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00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572000"/>
            <a:ext cx="5577840" cy="365760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6268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最低系统要求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0109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操作系统: Windows 10 及以上（64-bit）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2852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内存: 最低 4GB，推荐 8GB 或以上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5595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硬盘空间: 至少 2GB 可用空间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8338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分辨率: 支持 1366×768 及以上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61081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网络: 可访问 www.novastar.tech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数据来源: ReleaseNotes_v5.9_20250325.pdf | NovaStar NovaLCT V5.8.1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兼容性说明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BD2"/>
                </a:solidFill>
              </a:rPr>
              <a:t>Compatibility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7D"/>
                </a:solidFill>
              </a:rPr>
              <a:t>支持的硬件平台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20"/>
            <a:ext cx="2697480" cy="8229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9BD2"/>
                </a:solidFill>
              </a:rPr>
              <a:t>新支持设备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SMP20 Pro、VC4S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74520"/>
            <a:ext cx="2697480" cy="8229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9BD2"/>
                </a:solidFill>
              </a:rPr>
              <a:t>接收卡驱动版本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支持 1.0.0 和 2.0.0 双版本自动匹配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74520"/>
            <a:ext cx="2697480" cy="8229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9BD2"/>
                </a:solidFill>
              </a:rPr>
              <a:t>驱动IC支持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ICND / MBI / CFD / LS / XM / MW / DP 全系列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874520"/>
            <a:ext cx="2697480" cy="8229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9BD2"/>
                </a:solidFill>
              </a:rPr>
              <a:t>其他驱动IC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MT100、C8485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17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7D"/>
                </a:solidFill>
              </a:rPr>
              <a:t>配置文件兼容性说明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01568"/>
            <a:ext cx="3657600" cy="457200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56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操作场景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3401568"/>
            <a:ext cx="3200400" cy="457200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3456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参数是否修改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401568"/>
            <a:ext cx="4480560" cy="457200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4564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处理结果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58768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31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加载 .rcfgx 配置文件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3858768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3931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已修改任意参数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858768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9319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0"/>
                </a:solidFill>
              </a:rPr>
              <a:t>应用最新软件效果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315968"/>
            <a:ext cx="3657600" cy="457200"/>
          </a:xfrm>
          <a:prstGeom prst="rect">
            <a:avLst/>
          </a:prstGeom>
          <a:solidFill>
            <a:srgbClr val="F2F5F9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3891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加载 .rcfgx 配置文件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4315968"/>
            <a:ext cx="3200400" cy="457200"/>
          </a:xfrm>
          <a:prstGeom prst="rect">
            <a:avLst/>
          </a:prstGeom>
          <a:solidFill>
            <a:srgbClr val="F2F5F9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0" y="43891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未修改参数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4315968"/>
            <a:ext cx="4480560" cy="457200"/>
          </a:xfrm>
          <a:prstGeom prst="rect">
            <a:avLst/>
          </a:prstGeom>
          <a:solidFill>
            <a:srgbClr val="F2F5F9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43891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0"/>
                </a:solidFill>
              </a:rPr>
              <a:t>应用文件原有效果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773168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846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读取接收卡参数后发送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4773168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48463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已修改参数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4773168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48463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0"/>
                </a:solidFill>
              </a:rPr>
              <a:t>应用界面最新参数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230368"/>
            <a:ext cx="3657600" cy="457200"/>
          </a:xfrm>
          <a:prstGeom prst="rect">
            <a:avLst/>
          </a:prstGeom>
          <a:solidFill>
            <a:srgbClr val="F2F5F9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03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读取接收卡参数后发送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5230368"/>
            <a:ext cx="3200400" cy="457200"/>
          </a:xfrm>
          <a:prstGeom prst="rect">
            <a:avLst/>
          </a:prstGeom>
          <a:solidFill>
            <a:srgbClr val="F2F5F9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0" y="53035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未修改参数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5230368"/>
            <a:ext cx="4480560" cy="457200"/>
          </a:xfrm>
          <a:prstGeom prst="rect">
            <a:avLst/>
          </a:prstGeom>
          <a:solidFill>
            <a:srgbClr val="F2F5F9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53035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0"/>
                </a:solidFill>
              </a:rPr>
              <a:t>重发读取的参数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687568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760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3300"/>
                </a:solidFill>
              </a:rPr>
              <a:t>配置文件解析失败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23360" y="5687568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0" y="5760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5687568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0" y="57607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0"/>
                </a:solidFill>
              </a:rPr>
              <a:t>保持界面参数不变，Send发送文件数据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144768"/>
            <a:ext cx="3657600" cy="457200"/>
          </a:xfrm>
          <a:prstGeom prst="rect">
            <a:avLst/>
          </a:prstGeom>
          <a:solidFill>
            <a:srgbClr val="F2F5F9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217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含不支持驱动IC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23360" y="6144768"/>
            <a:ext cx="3200400" cy="457200"/>
          </a:xfrm>
          <a:prstGeom prst="rect">
            <a:avLst/>
          </a:prstGeom>
          <a:solidFill>
            <a:srgbClr val="F2F5F9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0" y="6217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6144768"/>
            <a:ext cx="4480560" cy="457200"/>
          </a:xfrm>
          <a:prstGeom prst="rect">
            <a:avLst/>
          </a:prstGeom>
          <a:solidFill>
            <a:srgbClr val="F2F5F9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0" y="62179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0"/>
                </a:solidFill>
              </a:rPr>
              <a:t>保持界面参数不变，Send仍可发送文件数据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5760" y="6739128"/>
            <a:ext cx="11430000" cy="658368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830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回滚操作说明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7086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如需回滚至 V5.8.0，请访问 www.novastar.tech 下载历史版本安装包。配置文件 V5.8.1 格式与旧版本不完全兼容，回滚后建议重新加载配置文件。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数据来源: ReleaseNotes_v5.9_20250325.pdf | NovaStar NovaLCT V5.8.1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技术支持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BD2"/>
                </a:solidFill>
              </a:rPr>
              <a:t>Technical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743200" cy="411480"/>
          </a:xfrm>
          <a:prstGeom prst="rect">
            <a:avLst/>
          </a:prstGeom>
          <a:solidFill>
            <a:srgbClr val="003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官网地址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7D"/>
                </a:solidFill>
              </a:rPr>
              <a:t>www.novastar.tech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Downloads 页面获取最新安装包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141732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417320"/>
            <a:ext cx="2743200" cy="411480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490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技术支持邮箱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BD2"/>
                </a:solidFill>
              </a:rPr>
              <a:t>support@novastar.tech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工作日 24小时内响应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41732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417320"/>
            <a:ext cx="274320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490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电话支持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400-热线（详见官网）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工作日 9:00-18:00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141732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61704" y="1417320"/>
            <a:ext cx="27432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4" y="1490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在线文档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www.novastar.tech/support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NovaLCT 用户手册及视频教程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108960"/>
            <a:ext cx="114300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186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7D"/>
                </a:solidFill>
              </a:rPr>
              <a:t>常见问题 FAQ（来源: ReleaseNotes_v5.9_20250325.pdf）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11880"/>
            <a:ext cx="384048" cy="347472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648456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3630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D7D"/>
                </a:solidFill>
              </a:rPr>
              <a:t>升级后屏幕显示异常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38862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→ 检查接收卡型号是否在支持列表中；尝试重新加载配置文件；参考兼容性说明中的回滚操作。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87368"/>
            <a:ext cx="384048" cy="347472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239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4105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D7D"/>
                </a:solidFill>
              </a:rPr>
              <a:t>在线升级提示网络错误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436168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→ 检查防火墙设置；确认可访问 www.novastar.tech；尝试使用本地更新方式手动下载安装包。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62856"/>
            <a:ext cx="384048" cy="347472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59943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45811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D7D"/>
                </a:solidFill>
              </a:rPr>
              <a:t>配置文件加载失败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8371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→ V5.8.1 增强了配置文件兼容性，若仍失败可能是文件损坏，请从备份中恢复或重新配置。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38344"/>
            <a:ext cx="384048" cy="347472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07492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" y="5056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D7D"/>
                </a:solidFill>
              </a:rPr>
              <a:t>自动亮度调节无效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31266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→ V5.8.1 已修复此问题；若仍存在问题，请检查环境光传感器是否正常工作，并查看日志记录。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513832"/>
            <a:ext cx="384048" cy="347472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55040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D7D"/>
                </a:solidFill>
              </a:rPr>
              <a:t>低灰度校正不可用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" y="57881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→ 请确认使用的驱动IC在支持列表中（V5.8.1 扩大了支持范围）；检查 Cabinet Tool 版本。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数据来源: ReleaseNotes_v5.9_20250325.pdf | NovaStar NovaLCT V5.8.1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总结与行动号召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4114800" cy="45720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520440" cy="1417320"/>
          </a:xfrm>
          <a:prstGeom prst="roundRect">
            <a:avLst/>
          </a:prstGeom>
          <a:solidFill>
            <a:srgbClr val="003268"/>
          </a:solidFill>
          <a:ln w="12700">
            <a:solidFill>
              <a:srgbClr val="00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520440" cy="384048"/>
          </a:xfrm>
          <a:prstGeom prst="rect">
            <a:avLst/>
          </a:prstGeom>
          <a:solidFill>
            <a:srgbClr val="00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自动亮度优化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7568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稳定可靠
响应更快
日志完整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00200"/>
            <a:ext cx="3520440" cy="1417320"/>
          </a:xfrm>
          <a:prstGeom prst="roundRect">
            <a:avLst/>
          </a:prstGeom>
          <a:solidFill>
            <a:srgbClr val="003268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600200"/>
            <a:ext cx="35204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6420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配置文件兼容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7568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新旧版本互通
回退无忧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600200"/>
            <a:ext cx="3520440" cy="1417320"/>
          </a:xfrm>
          <a:prstGeom prst="roundRect">
            <a:avLst/>
          </a:prstGeom>
          <a:solidFill>
            <a:srgbClr val="00326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600200"/>
            <a:ext cx="35204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66420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模块编辑增强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07568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驱动/解码芯片编辑
90°旋转一键搞定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00400"/>
            <a:ext cx="3520440" cy="1417320"/>
          </a:xfrm>
          <a:prstGeom prst="roundRect">
            <a:avLst/>
          </a:prstGeom>
          <a:solidFill>
            <a:srgbClr val="003268"/>
          </a:solidFill>
          <a:ln w="12700">
            <a:solidFill>
              <a:srgbClr val="009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3520440" cy="384048"/>
          </a:xfrm>
          <a:prstGeom prst="rect">
            <a:avLst/>
          </a:prstGeom>
          <a:solidFill>
            <a:srgbClr val="0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6440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接收卡驱动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7588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双版本支持
智能自动匹配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200400"/>
            <a:ext cx="3520440" cy="1417320"/>
          </a:xfrm>
          <a:prstGeom prst="roundRect">
            <a:avLst/>
          </a:prstGeom>
          <a:solidFill>
            <a:srgbClr val="003268"/>
          </a:solidFill>
          <a:ln w="12700">
            <a:solidFill>
              <a:srgbClr val="7B2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200400"/>
            <a:ext cx="3520440" cy="38404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26440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云端升级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67588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固件云推送
全球服务器覆盖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200400"/>
            <a:ext cx="3520440" cy="1417320"/>
          </a:xfrm>
          <a:prstGeom prst="roundRect">
            <a:avLst/>
          </a:prstGeom>
          <a:solidFill>
            <a:srgbClr val="003268"/>
          </a:solidFill>
          <a:ln w="12700">
            <a:solidFill>
              <a:srgbClr val="CC4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3200400"/>
            <a:ext cx="3520440" cy="384048"/>
          </a:xfrm>
          <a:prstGeom prst="rect">
            <a:avLst/>
          </a:prstGeom>
          <a:solidFill>
            <a:srgbClr val="CC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326440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Bug修复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67588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15+项问题修复
稳定性大幅提升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09160"/>
            <a:ext cx="11247120" cy="868680"/>
          </a:xfrm>
          <a:prstGeom prst="round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188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立即体验 NovaLCT V5.8.1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84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9BD2"/>
                </a:solidFill>
              </a:rPr>
              <a:t>www.novastar.tech  |  在线升级: Help → Online Update  |  反馈邮箱: support@novastar.tech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6E0"/>
                </a:solidFill>
              </a:rPr>
              <a:t>本演示文稿内容基于 NovaStar 官方发布文档 ReleaseNotes_v5.9_20250325.pdf 编制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数据来源: ReleaseNotes_v5.9_20250325.pdf | NovaStar NovaLCT V5.8.1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